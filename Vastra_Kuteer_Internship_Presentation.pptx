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adeesh Bollepalli" userId="aa6c0a5fb51aa95e" providerId="LiveId" clId="{0378A679-DFD8-42C4-9F57-195BBFF599C4}"/>
    <pc:docChg chg="modSld">
      <pc:chgData name="Jagadeesh Bollepalli" userId="aa6c0a5fb51aa95e" providerId="LiveId" clId="{0378A679-DFD8-42C4-9F57-195BBFF599C4}" dt="2026-04-23T05:50:29.687" v="15" actId="20577"/>
      <pc:docMkLst>
        <pc:docMk/>
      </pc:docMkLst>
      <pc:sldChg chg="modSp mod">
        <pc:chgData name="Jagadeesh Bollepalli" userId="aa6c0a5fb51aa95e" providerId="LiveId" clId="{0378A679-DFD8-42C4-9F57-195BBFF599C4}" dt="2026-04-23T05:50:29.687" v="15" actId="20577"/>
        <pc:sldMkLst>
          <pc:docMk/>
          <pc:sldMk cId="0" sldId="258"/>
        </pc:sldMkLst>
        <pc:spChg chg="mod">
          <ac:chgData name="Jagadeesh Bollepalli" userId="aa6c0a5fb51aa95e" providerId="LiveId" clId="{0378A679-DFD8-42C4-9F57-195BBFF599C4}" dt="2026-04-23T05:50:29.687" v="1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gadeesh Bollepalli" userId="aa6c0a5fb51aa95e" providerId="LiveId" clId="{0378A679-DFD8-42C4-9F57-195BBFF599C4}" dt="2026-04-23T05:50:24.753" v="14" actId="20577"/>
        <pc:sldMkLst>
          <pc:docMk/>
          <pc:sldMk cId="0" sldId="260"/>
        </pc:sldMkLst>
        <pc:spChg chg="mod">
          <ac:chgData name="Jagadeesh Bollepalli" userId="aa6c0a5fb51aa95e" providerId="LiveId" clId="{0378A679-DFD8-42C4-9F57-195BBFF599C4}" dt="2026-04-23T05:50:24.753" v="1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Jagadeesh Bollepalli" userId="aa6c0a5fb51aa95e" providerId="LiveId" clId="{0378A679-DFD8-42C4-9F57-195BBFF599C4}" dt="2026-04-23T05:49:03.211" v="9" actId="20577"/>
        <pc:sldMkLst>
          <pc:docMk/>
          <pc:sldMk cId="0" sldId="263"/>
        </pc:sldMkLst>
        <pc:spChg chg="mod">
          <ac:chgData name="Jagadeesh Bollepalli" userId="aa6c0a5fb51aa95e" providerId="LiveId" clId="{0378A679-DFD8-42C4-9F57-195BBFF599C4}" dt="2026-04-23T05:49:03.211" v="9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Jagadeesh Bollepalli" userId="aa6c0a5fb51aa95e" providerId="LiveId" clId="{0378A679-DFD8-42C4-9F57-195BBFF599C4}" dt="2026-04-23T05:48:52.795" v="4" actId="20577"/>
        <pc:sldMkLst>
          <pc:docMk/>
          <pc:sldMk cId="0" sldId="264"/>
        </pc:sldMkLst>
        <pc:spChg chg="mod">
          <ac:chgData name="Jagadeesh Bollepalli" userId="aa6c0a5fb51aa95e" providerId="LiveId" clId="{0378A679-DFD8-42C4-9F57-195BBFF599C4}" dt="2026-04-23T05:48:52.795" v="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Jagadeesh Bollepalli" userId="aa6c0a5fb51aa95e" providerId="LiveId" clId="{0378A679-DFD8-42C4-9F57-195BBFF599C4}" dt="2026-04-23T05:48:58.409" v="7" actId="20577"/>
        <pc:sldMkLst>
          <pc:docMk/>
          <pc:sldMk cId="0" sldId="265"/>
        </pc:sldMkLst>
        <pc:spChg chg="mod">
          <ac:chgData name="Jagadeesh Bollepalli" userId="aa6c0a5fb51aa95e" providerId="LiveId" clId="{0378A679-DFD8-42C4-9F57-195BBFF599C4}" dt="2026-04-23T05:48:58.409" v="7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97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63636"/>
                </a:solidFill>
              </a:rPr>
              <a:t>Vastra Kuteer: Premium Indian Ethnic Wear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</a:rPr>
              <a:t>Final Internship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63636"/>
                </a:solidFill>
              </a:rPr>
              <a:t>Student Name: [Your Name]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363636"/>
                </a:solidFill>
              </a:rPr>
              <a:t>Roll Number: [Your Roll Number]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363636"/>
                </a:solidFill>
              </a:rPr>
              <a:t>Company: [Company Name]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363636"/>
                </a:solidFill>
              </a:rPr>
              <a:t>Role: Full Stack Developer Intern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Internship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Company Name: </a:t>
            </a:r>
            <a:r>
              <a:rPr lang="en-US" sz="1800" dirty="0">
                <a:solidFill>
                  <a:srgbClr val="363636"/>
                </a:solidFill>
              </a:rPr>
              <a:t>[Company Name]
</a:t>
            </a:r>
            <a:r>
              <a:rPr lang="en-US" sz="1800" b="1" dirty="0">
                <a:solidFill>
                  <a:srgbClr val="363636"/>
                </a:solidFill>
              </a:rPr>
              <a:t>Duration: </a:t>
            </a:r>
            <a:r>
              <a:rPr lang="en-US" sz="1800" dirty="0">
                <a:solidFill>
                  <a:srgbClr val="363636"/>
                </a:solidFill>
              </a:rPr>
              <a:t>[e.g., 3 Months / 6 Months]
</a:t>
            </a:r>
            <a:r>
              <a:rPr lang="en-US" sz="1800" b="1" dirty="0">
                <a:solidFill>
                  <a:srgbClr val="363636"/>
                </a:solidFill>
              </a:rPr>
              <a:t>Role &amp; Focus Area: </a:t>
            </a:r>
            <a:r>
              <a:rPr lang="en-US" sz="1800" dirty="0">
                <a:solidFill>
                  <a:srgbClr val="363636"/>
                </a:solidFill>
              </a:rPr>
              <a:t>Full-stack web development using the MERN stack.
</a:t>
            </a:r>
            <a:r>
              <a:rPr lang="en-US" sz="1800" b="1" dirty="0">
                <a:solidFill>
                  <a:srgbClr val="363636"/>
                </a:solidFill>
              </a:rPr>
              <a:t>Primary Objective: </a:t>
            </a:r>
            <a:r>
              <a:rPr lang="en-US" sz="1800" dirty="0">
                <a:solidFill>
                  <a:srgbClr val="363636"/>
                </a:solidFill>
              </a:rPr>
              <a:t>To develop, secure, and deploy a production-ready E-Commerce platform handling live payments and automated marketing.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Objective &amp;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The Need: </a:t>
            </a:r>
            <a:r>
              <a:rPr lang="en-US" sz="1800" dirty="0">
                <a:solidFill>
                  <a:srgbClr val="363636"/>
                </a:solidFill>
              </a:rPr>
              <a:t>Traditional ethnic wear stores lack a premium, dedicated online presence with seamless user experience.
</a:t>
            </a:r>
            <a:r>
              <a:rPr lang="en-US" sz="1800" b="1" dirty="0">
                <a:solidFill>
                  <a:srgbClr val="363636"/>
                </a:solidFill>
              </a:rPr>
              <a:t>The Solution: </a:t>
            </a:r>
            <a:r>
              <a:rPr lang="en-US" sz="1800" dirty="0">
                <a:solidFill>
                  <a:srgbClr val="363636"/>
                </a:solidFill>
              </a:rPr>
              <a:t>Develop "Vastra Kuteer" — a specialized e-commerce platform offering a modern UI, robust admin controls, and secure payment processing.
</a:t>
            </a:r>
            <a:r>
              <a:rPr lang="en-US" sz="1800" b="1" dirty="0">
                <a:solidFill>
                  <a:srgbClr val="363636"/>
                </a:solidFill>
              </a:rPr>
              <a:t>Goal: </a:t>
            </a:r>
            <a:r>
              <a:rPr lang="en-US" sz="1800" dirty="0">
                <a:solidFill>
                  <a:srgbClr val="363636"/>
                </a:solidFill>
              </a:rPr>
              <a:t>To create an end-to-end scalable application handling everything from user registration to order fulfillment and automated customer engagement.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Project Overview: Vastra Kuteer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 full-stack E-Commerce application for Indian ethnic wear.
</a:t>
            </a:r>
            <a:r>
              <a:rPr lang="en-US" sz="1800" b="1" dirty="0">
                <a:solidFill>
                  <a:srgbClr val="363636"/>
                </a:solidFill>
              </a:rPr>
              <a:t>User Side: </a:t>
            </a:r>
            <a:r>
              <a:rPr lang="en-US" sz="1800" dirty="0">
                <a:solidFill>
                  <a:srgbClr val="363636"/>
                </a:solidFill>
              </a:rPr>
              <a:t>Product browsing, cart management, Google OAuth login, and secure checkout.
</a:t>
            </a:r>
            <a:r>
              <a:rPr lang="en-US" sz="1800" b="1" dirty="0">
                <a:solidFill>
                  <a:srgbClr val="363636"/>
                </a:solidFill>
              </a:rPr>
              <a:t>Admin Side: </a:t>
            </a:r>
            <a:r>
              <a:rPr lang="en-US" sz="1800" dirty="0">
                <a:solidFill>
                  <a:srgbClr val="363636"/>
                </a:solidFill>
              </a:rPr>
              <a:t>Complete inventory management (CRUD), interactive analytics dashboards, and role-based access.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My Contributions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Frontend Development: </a:t>
            </a:r>
            <a:r>
              <a:rPr lang="en-US" sz="1800" dirty="0">
                <a:solidFill>
                  <a:srgbClr val="363636"/>
                </a:solidFill>
              </a:rPr>
              <a:t>Designed and built responsive UI components using React, Vite, and Tailwind CSS.
</a:t>
            </a:r>
            <a:r>
              <a:rPr lang="en-US" sz="1800" b="1" dirty="0">
                <a:solidFill>
                  <a:srgbClr val="363636"/>
                </a:solidFill>
              </a:rPr>
              <a:t>Backend Architecture: </a:t>
            </a:r>
            <a:r>
              <a:rPr lang="en-US" sz="1800" dirty="0">
                <a:solidFill>
                  <a:srgbClr val="363636"/>
                </a:solidFill>
              </a:rPr>
              <a:t>Developed RESTful APIs, authentication middleware (JWT), and database models using Node.js and Express.
</a:t>
            </a:r>
            <a:r>
              <a:rPr lang="en-US" sz="1800" b="1" dirty="0">
                <a:solidFill>
                  <a:srgbClr val="363636"/>
                </a:solidFill>
              </a:rPr>
              <a:t>Payment Integration: </a:t>
            </a:r>
            <a:r>
              <a:rPr lang="en-US" sz="1800" dirty="0">
                <a:solidFill>
                  <a:srgbClr val="363636"/>
                </a:solidFill>
              </a:rPr>
              <a:t>Successfully integrated the Razorpay payment gateway for live transactions.
</a:t>
            </a:r>
            <a:r>
              <a:rPr lang="en-US" sz="1800" b="1" dirty="0">
                <a:solidFill>
                  <a:srgbClr val="363636"/>
                </a:solidFill>
              </a:rPr>
              <a:t>Automation: </a:t>
            </a:r>
            <a:r>
              <a:rPr lang="en-US" sz="1800" dirty="0">
                <a:solidFill>
                  <a:srgbClr val="363636"/>
                </a:solidFill>
              </a:rPr>
              <a:t>Built an automated marketing engine using node-cron and nodemailer for scheduled promotional emails.
</a:t>
            </a:r>
            <a:r>
              <a:rPr lang="en-US" sz="1800" b="1" dirty="0">
                <a:solidFill>
                  <a:srgbClr val="363636"/>
                </a:solidFill>
              </a:rPr>
              <a:t>Deployment: </a:t>
            </a:r>
            <a:r>
              <a:rPr lang="en-US" sz="1800" dirty="0">
                <a:solidFill>
                  <a:srgbClr val="363636"/>
                </a:solidFill>
              </a:rPr>
              <a:t>Handled live production deployment (frontend on Render, custom domain configuration).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Technologies &amp; Tools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Layer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Technologies Used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React, Vite, Tailwind CSS, Recharts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Node.js, Express.js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MongoDB &amp; Mongoose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Third-Party Services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Razorpay, Cloudinary, Nodemailer, Google OAuth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High-Level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Client-Side: </a:t>
            </a:r>
            <a:r>
              <a:rPr lang="en-US" sz="1800" dirty="0">
                <a:solidFill>
                  <a:srgbClr val="363636"/>
                </a:solidFill>
              </a:rPr>
              <a:t>React SPA (Single Page Application) communicating via Axios.
</a:t>
            </a:r>
            <a:r>
              <a:rPr lang="en-US" sz="1800" b="1" dirty="0">
                <a:solidFill>
                  <a:srgbClr val="363636"/>
                </a:solidFill>
              </a:rPr>
              <a:t>Server-Side: </a:t>
            </a:r>
            <a:r>
              <a:rPr lang="en-US" sz="1800" dirty="0">
                <a:solidFill>
                  <a:srgbClr val="363636"/>
                </a:solidFill>
              </a:rPr>
              <a:t>Express.js routing, authentication middleware, and business logic.
</a:t>
            </a:r>
            <a:r>
              <a:rPr lang="en-US" sz="1800" b="1" dirty="0">
                <a:solidFill>
                  <a:srgbClr val="363636"/>
                </a:solidFill>
              </a:rPr>
              <a:t>Data Management: </a:t>
            </a:r>
            <a:r>
              <a:rPr lang="en-US" sz="1800" dirty="0">
                <a:solidFill>
                  <a:srgbClr val="363636"/>
                </a:solidFill>
              </a:rPr>
              <a:t>MongoDB Atlas for scalable, document-based storage; Cloudinary for automated image resizing and hosting.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Core Features Highlight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Secure Authentication: </a:t>
            </a:r>
            <a:r>
              <a:rPr lang="en-US" sz="1800" dirty="0">
                <a:solidFill>
                  <a:srgbClr val="363636"/>
                </a:solidFill>
              </a:rPr>
              <a:t>JWT-based login, password hashing (Bcrypt), and Google Social Login.
</a:t>
            </a:r>
            <a:r>
              <a:rPr lang="en-US" sz="1800" b="1" dirty="0">
                <a:solidFill>
                  <a:srgbClr val="363636"/>
                </a:solidFill>
              </a:rPr>
              <a:t>E-Commerce Core: </a:t>
            </a:r>
            <a:r>
              <a:rPr lang="en-US" sz="1800" dirty="0">
                <a:solidFill>
                  <a:srgbClr val="363636"/>
                </a:solidFill>
              </a:rPr>
              <a:t>Shopping cart, order tracking, and dynamic product filtering.
</a:t>
            </a:r>
            <a:r>
              <a:rPr lang="en-US" sz="1800" b="1" dirty="0">
                <a:solidFill>
                  <a:srgbClr val="363636"/>
                </a:solidFill>
              </a:rPr>
              <a:t>Admin Dashboard: </a:t>
            </a:r>
            <a:r>
              <a:rPr lang="en-US" sz="1800" dirty="0">
                <a:solidFill>
                  <a:srgbClr val="363636"/>
                </a:solidFill>
              </a:rPr>
              <a:t>Real-time analytics, order management, and product CRUD operations.
</a:t>
            </a:r>
            <a:r>
              <a:rPr lang="en-US" sz="1800" b="1" dirty="0">
                <a:solidFill>
                  <a:srgbClr val="363636"/>
                </a:solidFill>
              </a:rPr>
              <a:t>Automated Event Marketing: </a:t>
            </a:r>
            <a:r>
              <a:rPr lang="en-US" sz="1800" dirty="0">
                <a:solidFill>
                  <a:srgbClr val="363636"/>
                </a:solidFill>
              </a:rPr>
              <a:t>System automatically triggers promotional emails 24 hours before major sales events.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Challenges &amp; How I Solved Them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800" b="1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Challenge 1: Handling secure, real-time payment verifications.
</a:t>
            </a:r>
            <a:r>
              <a:rPr lang="en-US" sz="1800" dirty="0">
                <a:solidFill>
                  <a:srgbClr val="363636"/>
                </a:solidFill>
              </a:rPr>
              <a:t>Solution: Implemented Razorpay webhooks and server-side signature validation to prevent fraud.
</a:t>
            </a:r>
            <a:r>
              <a:rPr lang="en-US" sz="1800" b="1" dirty="0">
                <a:solidFill>
                  <a:srgbClr val="363636"/>
                </a:solidFill>
              </a:rPr>
              <a:t>Challenge 2: Managing scheduled email marketing without server overload.
</a:t>
            </a:r>
            <a:r>
              <a:rPr lang="en-US" sz="1800" dirty="0">
                <a:solidFill>
                  <a:srgbClr val="363636"/>
                </a:solidFill>
              </a:rPr>
              <a:t>Solution: Used node-cron for scheduling and offloaded email processing to a background utility script.
</a:t>
            </a:r>
            <a:r>
              <a:rPr lang="en-US" sz="1800" b="1" dirty="0">
                <a:solidFill>
                  <a:srgbClr val="363636"/>
                </a:solidFill>
              </a:rPr>
              <a:t>Challenge 3: Live deployment and custom domain routing.
</a:t>
            </a:r>
            <a:r>
              <a:rPr lang="en-US" sz="1800" dirty="0">
                <a:solidFill>
                  <a:srgbClr val="363636"/>
                </a:solidFill>
              </a:rPr>
              <a:t>Solution: Configured DNS records and SSL certificates to successfully map the Render app to the custom .in domain.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3636"/>
                </a:solidFill>
              </a:rPr>
              <a:t>Internship Learnings &amp;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8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Gained hands-on experience in building a production-ready MERN application.
Learned how to integrate and secure third-party APIs (Payment, Email, Cloud Storage).
Understood the software development lifecycle from local setup to live deployment.
</a:t>
            </a:r>
            <a:r>
              <a:rPr lang="en-US" sz="1800" b="1" dirty="0">
                <a:solidFill>
                  <a:srgbClr val="363636"/>
                </a:solidFill>
              </a:rPr>
              <a:t>Conclusion: </a:t>
            </a:r>
            <a:r>
              <a:rPr lang="en-US" sz="1800" dirty="0">
                <a:solidFill>
                  <a:srgbClr val="363636"/>
                </a:solidFill>
              </a:rPr>
              <a:t>Vastra Kuteer successfully demonstrates a scalable approach to modern e-commerce web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63636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</a:rPr>
              <a:t>Open for Questions.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634</Words>
  <Application>Microsoft Office PowerPoint</Application>
  <PresentationFormat>On-screen Show (16:9)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Vastra Kuteer Presentation</dc:title>
  <dc:subject>Internship Project Presentation</dc:subject>
  <dc:creator>Intern</dc:creator>
  <cp:lastModifiedBy>Jagadeesh Bollepalli</cp:lastModifiedBy>
  <cp:revision>1</cp:revision>
  <dcterms:created xsi:type="dcterms:W3CDTF">2026-04-23T05:45:41Z</dcterms:created>
  <dcterms:modified xsi:type="dcterms:W3CDTF">2026-04-23T05:50:33Z</dcterms:modified>
</cp:coreProperties>
</file>